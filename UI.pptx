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27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045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37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9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285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79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6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892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69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598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17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91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55269-43C8-3BF9-5ED1-7108C829FB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909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C63239-95D8-F18B-34EA-83E2B988B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</p:spPr>
        <p:txBody>
          <a:bodyPr anchor="t">
            <a:normAutofit/>
          </a:bodyPr>
          <a:lstStyle/>
          <a:p>
            <a:r>
              <a:rPr lang="en-US" sz="6000"/>
              <a:t>UI/UX</a:t>
            </a:r>
            <a:endParaRPr lang="en-IN" sz="60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755E34-5A70-7CD4-E926-4CF398739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3288" y="4729138"/>
            <a:ext cx="4488812" cy="1150453"/>
          </a:xfrm>
        </p:spPr>
        <p:txBody>
          <a:bodyPr anchor="b">
            <a:normAutofit/>
          </a:bodyPr>
          <a:lstStyle/>
          <a:p>
            <a:r>
              <a:rPr lang="en-US"/>
              <a:t>User interface and user experience</a:t>
            </a:r>
          </a:p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121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FC6368-7439-814E-1B74-451E98216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F0B549-C167-D297-FAE0-43E42BA0C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14" r="1" b="39905"/>
          <a:stretch>
            <a:fillRect/>
          </a:stretch>
        </p:blipFill>
        <p:spPr>
          <a:xfrm>
            <a:off x="919804" y="0"/>
            <a:ext cx="11272196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26F478-9C47-9025-A93E-F87F3E8636D0}"/>
              </a:ext>
            </a:extLst>
          </p:cNvPr>
          <p:cNvSpPr txBox="1"/>
          <p:nvPr/>
        </p:nvSpPr>
        <p:spPr>
          <a:xfrm>
            <a:off x="517868" y="1243745"/>
            <a:ext cx="65578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ITRODUCTION OF USER INTERFACE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429780993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29</TotalTime>
  <Words>12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Bierstadt</vt:lpstr>
      <vt:lpstr>Neue Haas Grotesk Text Pro</vt:lpstr>
      <vt:lpstr>GestaltVTI</vt:lpstr>
      <vt:lpstr>UI/UX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priyavishnu18@outlook.com</dc:creator>
  <cp:lastModifiedBy>priyavishnu18@outlook.com</cp:lastModifiedBy>
  <cp:revision>2</cp:revision>
  <dcterms:created xsi:type="dcterms:W3CDTF">2026-07-01T02:52:20Z</dcterms:created>
  <dcterms:modified xsi:type="dcterms:W3CDTF">2026-07-01T12:23:09Z</dcterms:modified>
</cp:coreProperties>
</file>